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Présentation Client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Nextech Solutions SAS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Client: Jean Dupont</a:t>
            </a:r>
          </a:p>
          <a:p>
            <a:r>
              <a:t>SIRET: 73282932000074</a:t>
            </a:r>
          </a:p>
          <a:p>
            <a:r>
              <a:t>Adresse: 12 rue de la Paix, 75002 Paris</a:t>
            </a:r>
          </a:p>
          <a:p>
            <a:r>
              <a:t>Contact: Marie Laurent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